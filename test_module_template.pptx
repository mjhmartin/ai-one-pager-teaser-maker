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Deal Overview: :ISSUER: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Industry: :INDUSTRY:</a:t>
            </a:r>
          </a:p>
          <a:p>
            <a:r>
              <a:t>Jurisdiction: :JURISDICTION:</a:t>
            </a:r>
          </a:p>
          <a:p>
            <a:r>
              <a:t>Issuance Type: :ISSUANCE_TYPE:</a:t>
            </a:r>
          </a:p>
          <a:p>
            <a:r>
              <a:t>Amount: :INITIAL_NOTIONAL:</a:t>
            </a:r>
          </a:p>
          <a:p>
            <a:r>
              <a:t>Coupon: :COUPON_RATE: (:COUPON_FREQUENCY:)</a:t>
            </a:r>
          </a:p>
          <a:p>
            <a:r>
              <a:t>Tenor: :TENOR: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:CLIENT_SUMMARY: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:PROJECT_HIGHLIGHT: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