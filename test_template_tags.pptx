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:TITLE: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Company: :COMPANY_NAME:</a:t>
            </a:r>
          </a:p>
          <a:p>
            <a:r>
              <a:t>Sponsor: :SPONSOR_NAME: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Location: :LOCATION_COUNTRY:, :LOCATION_STATE: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Asset Type: :ASSET_TYPE:</a:t>
            </a:r>
          </a:p>
          <a:p>
            <a:r>
              <a:t>Technology: :TECHNOLOGY:</a:t>
            </a:r>
          </a:p>
          <a:p>
            <a:r>
              <a:t>Capacity: :UNIT:</a:t>
            </a:r>
          </a:p>
          <a:p>
            <a:r>
              <a:t>Status: :PROJECT_STATUS:</a:t>
            </a:r>
          </a:p>
          <a:p>
            <a:r>
              <a:t>COD: :COD:</a:t>
            </a:r>
          </a:p>
          <a:p/>
          <a:p>
            <a:r>
              <a:t>Investment: :INITIAL_INVESTMENT: (Initial) + :FUTURE_INVESTMENT: (Future)</a:t>
            </a:r>
          </a:p>
          <a:p>
            <a:r>
              <a:t>Contractor: :CONTRACTOR:</a:t>
            </a:r>
          </a:p>
          <a:p>
            <a:r>
              <a:t>Offtaker: :OFFTAKER: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Project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[AI: Write a professional 3-paragraph description about {COMPANY_NAME}'s {TECHNOLOGY} project in {LOCATION_COUNTRY}. The project has a capacity of {UNIT} and requires an initial investment of {INITIAL_INVESTMENT}. Follow this structure: Sentence 1: introduce the project. Sentence 2: describe the technology. Sentence 3: explain the investment and timeline with COD of {COD}.]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Technical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:DESCRIPTION: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