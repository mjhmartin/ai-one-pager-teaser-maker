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Example 1: Battery Storage / Japan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[AI: Write a 3-paragraph Project Highlight section for a {Sector} sector project in {Country} called "{Project_Focus}". </a:t>
            </a:r>
          </a:p>
          <a:p/>
          <a:p>
            <a:r>
              <a:t>Paragraph 1: What does the company do? Use: "{Company_Operations}"</a:t>
            </a:r>
          </a:p>
          <a:p/>
          <a:p>
            <a:r>
              <a:t>Paragraph 2: What is the project scope and partnerships? Use: "{Service_Scope}". Also mention they "{Partnership}" and "{Partnership_Benefit}".</a:t>
            </a:r>
          </a:p>
          <a:p/>
          <a:p>
            <a:r>
              <a:t>Paragraph 3: What is the investment plan? Use: "The project will commence with an initial investment of {Initial_Investment}, with a projected expansion to {Expansion_Investment} {Expansion_Path}.".]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Example 2: Solar / Vietnam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[AI: Write a 3-paragraph Project Highlight for a {Sector} project in {Country} called "{Project_Focus}".</a:t>
            </a:r>
          </a:p>
          <a:p/>
          <a:p>
            <a:r>
              <a:t>Paragraph 1: What does the company do? Use: "{Company_Operations}"</a:t>
            </a:r>
          </a:p>
          <a:p/>
          <a:p>
            <a:r>
              <a:t>Paragraph 2: Describe the project scope and partnerships. Use: "{Service_Scope}". Also state they "{Partnership}" and "{Partnership_Benefit}".</a:t>
            </a:r>
          </a:p>
          <a:p/>
          <a:p>
            <a:r>
              <a:t>Paragraph 3: What is the investment roadmap? Use: "The project will commence with an initial investment of {Initial_Investment}, with a projected expansion to {Expansion_Investment} {Expansion_Path}".]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Example 3: Wind /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[AI: Write a 3-paragraph Project Highlight for a {Sector} initiative in {Country} called "{Project_Focus}".</a:t>
            </a:r>
          </a:p>
          <a:p/>
          <a:p>
            <a:r>
              <a:t>Paragraph 1: What is the company's business? Use: "{Company_Operations}"</a:t>
            </a:r>
          </a:p>
          <a:p/>
          <a:p>
            <a:r>
              <a:t>Paragraph 2: Explain the project scope and key partnerships. Use: "{Service_Scope}". Also include that they "{Partnership}" and "{Partnership_Benefit}".</a:t>
            </a:r>
          </a:p>
          <a:p/>
          <a:p>
            <a:r>
              <a:t>Paragraph 3: Outline the capital structure. Use: "The project will commence with an initial investment of {Initial_Investment}, with a projected expansion to {Expansion_Investment} {Expansion_Path}".]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