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Test: 2-3 Word Sector Label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[AI: Given Sector = "{Sector}" and Project_Type = "{Project_Type}", generate a 1-3 word sector label (no company name), e.g. "New Energy", "Solar Energy", "Wind Energy".]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Expected output:</a:t>
            </a:r>
          </a:p>
          <a:p>
            <a:r>
              <a:t>• Battery/Storage → "Energy Storage"</a:t>
            </a:r>
          </a:p>
          <a:p>
            <a:r>
              <a:t>• Solar → "Solar Energy"</a:t>
            </a:r>
          </a:p>
          <a:p>
            <a:r>
              <a:t>• Wind → "Wind Energy"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Test: Anonymous Client One-Liner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[AI: Using Asset_Description = "{Asset_Description}" and Country = "{Country}", write one anonymous sentence starting with "The client" that briefly states what is being developed/operated and where. Do not mention the company name.]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Expected format:</a:t>
            </a:r>
          </a:p>
          <a:p>
            <a:r>
              <a:t>"The client is developing {asset description} in {country}."</a:t>
            </a:r>
          </a:p>
          <a:p/>
          <a:p>
            <a:r>
              <a:t>Example:</a:t>
            </a:r>
          </a:p>
          <a:p>
            <a:r>
              <a:t>"The client is developing a 500 MW utility-scale solar photovoltaic farm in Vietnam."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